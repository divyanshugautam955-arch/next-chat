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92uR-aOlTP-l"/>
  <p:tag name="LUCID-DOCUMENT" val="a71571a4-20fa-415f-ac71-27cfabcb194b"/>
  <p:tag name="LUCID-UPDATE-TIME" val="17771035676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